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5"/>
  </p:notesMasterIdLst>
  <p:sldIdLst>
    <p:sldId id="348" r:id="rId3"/>
    <p:sldId id="34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8" y="12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Tỉ lệ bệnh nhân mắc bệnh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Hô hấp</c:v>
                </c:pt>
                <c:pt idx="1">
                  <c:v>Tiêu Hóa</c:v>
                </c:pt>
                <c:pt idx="2">
                  <c:v>Da liễu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0%">
                  <c:v>0.4</c:v>
                </c:pt>
                <c:pt idx="1">
                  <c:v>0</c:v>
                </c:pt>
                <c:pt idx="2" formatCode="0%">
                  <c:v>0.2</c:v>
                </c:pt>
                <c:pt idx="3" formatCode="0%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31-48C2-9BF4-AD18EF42E8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0AA48E80-8C22-40DD-B426-233E0B7727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82497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8BEA212F-8071-4A0B-98F3-E80A508C45F3}"/>
              </a:ext>
            </a:extLst>
          </p:cNvPr>
          <p:cNvSpPr/>
          <p:nvPr userDrawn="1"/>
        </p:nvSpPr>
        <p:spPr>
          <a:xfrm>
            <a:off x="4545106" y="1642440"/>
            <a:ext cx="7646894" cy="2994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F8F89DBD-1A70-46EF-B477-BEB2B05A376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1640342"/>
            <a:ext cx="4572000" cy="29942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0D53818B-5DEE-4BAA-95B8-7FD1AB23F806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844205" y="1811721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7AEACABA-85D6-4CA3-98BD-047EE5F2534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121240" y="1811721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9D82C642-CED9-4821-8329-55E34DDC9EBF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398276" y="1811721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74FA0D76-07BE-4220-92FC-5F798BB7868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"/>
            <a:ext cx="12191999" cy="417195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AB7073BF-3393-4B6F-9274-72108ECD0694}"/>
              </a:ext>
            </a:extLst>
          </p:cNvPr>
          <p:cNvGrpSpPr/>
          <p:nvPr userDrawn="1"/>
        </p:nvGrpSpPr>
        <p:grpSpPr>
          <a:xfrm>
            <a:off x="738218" y="2580613"/>
            <a:ext cx="6123410" cy="3364399"/>
            <a:chOff x="-548507" y="477868"/>
            <a:chExt cx="11570449" cy="6357177"/>
          </a:xfrm>
        </p:grpSpPr>
        <p:sp>
          <p:nvSpPr>
            <p:cNvPr id="3" name="Freeform: Shape 20">
              <a:extLst>
                <a:ext uri="{FF2B5EF4-FFF2-40B4-BE49-F238E27FC236}">
                  <a16:creationId xmlns:a16="http://schemas.microsoft.com/office/drawing/2014/main" id="{112BAC3B-E677-4B0C-B03C-86990075B932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21">
              <a:extLst>
                <a:ext uri="{FF2B5EF4-FFF2-40B4-BE49-F238E27FC236}">
                  <a16:creationId xmlns:a16="http://schemas.microsoft.com/office/drawing/2014/main" id="{DF7C45BF-99BB-43D4-836D-59E3B472D04E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22">
              <a:extLst>
                <a:ext uri="{FF2B5EF4-FFF2-40B4-BE49-F238E27FC236}">
                  <a16:creationId xmlns:a16="http://schemas.microsoft.com/office/drawing/2014/main" id="{8B0F20EF-50BD-4479-A32F-9E92CA64ABAB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23">
              <a:extLst>
                <a:ext uri="{FF2B5EF4-FFF2-40B4-BE49-F238E27FC236}">
                  <a16:creationId xmlns:a16="http://schemas.microsoft.com/office/drawing/2014/main" id="{699755B2-72F3-49B2-966D-F9BB555DF13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24">
              <a:extLst>
                <a:ext uri="{FF2B5EF4-FFF2-40B4-BE49-F238E27FC236}">
                  <a16:creationId xmlns:a16="http://schemas.microsoft.com/office/drawing/2014/main" id="{DFF508A3-4416-49DE-8024-BF6FA2940EC5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25">
              <a:extLst>
                <a:ext uri="{FF2B5EF4-FFF2-40B4-BE49-F238E27FC236}">
                  <a16:creationId xmlns:a16="http://schemas.microsoft.com/office/drawing/2014/main" id="{A8B6E446-881D-4802-AA41-6DAC9F50C966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30">
                <a:extLst>
                  <a:ext uri="{FF2B5EF4-FFF2-40B4-BE49-F238E27FC236}">
                    <a16:creationId xmlns:a16="http://schemas.microsoft.com/office/drawing/2014/main" id="{9FB55946-AF85-4CCA-96D6-A70D08C909F1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31">
                <a:extLst>
                  <a:ext uri="{FF2B5EF4-FFF2-40B4-BE49-F238E27FC236}">
                    <a16:creationId xmlns:a16="http://schemas.microsoft.com/office/drawing/2014/main" id="{042B59C6-1E6C-4AFA-B597-4C3E66361506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26">
              <a:extLst>
                <a:ext uri="{FF2B5EF4-FFF2-40B4-BE49-F238E27FC236}">
                  <a16:creationId xmlns:a16="http://schemas.microsoft.com/office/drawing/2014/main" id="{966DA524-D32C-4179-9A9F-29DB1D2E0295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28">
                <a:extLst>
                  <a:ext uri="{FF2B5EF4-FFF2-40B4-BE49-F238E27FC236}">
                    <a16:creationId xmlns:a16="http://schemas.microsoft.com/office/drawing/2014/main" id="{D8E3EDFA-1C4E-4EEF-90E1-E7919BDC450D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29">
                <a:extLst>
                  <a:ext uri="{FF2B5EF4-FFF2-40B4-BE49-F238E27FC236}">
                    <a16:creationId xmlns:a16="http://schemas.microsoft.com/office/drawing/2014/main" id="{305FD785-3E7A-4B1A-BC56-E805AE642988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27">
              <a:extLst>
                <a:ext uri="{FF2B5EF4-FFF2-40B4-BE49-F238E27FC236}">
                  <a16:creationId xmlns:a16="http://schemas.microsoft.com/office/drawing/2014/main" id="{CAA7D83D-109A-41BB-9797-B8EC9F0DD827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F2C85E-FC50-4A4E-8690-F72A68A34BF4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560919" y="2771971"/>
            <a:ext cx="4535081" cy="27235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F86858C-6117-4878-8C97-AEFFA3D4B7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2">
            <a:extLst>
              <a:ext uri="{FF2B5EF4-FFF2-40B4-BE49-F238E27FC236}">
                <a16:creationId xmlns:a16="http://schemas.microsoft.com/office/drawing/2014/main" id="{26037084-5112-469D-9C33-42EC6ADC4B0A}"/>
              </a:ext>
            </a:extLst>
          </p:cNvPr>
          <p:cNvSpPr/>
          <p:nvPr userDrawn="1"/>
        </p:nvSpPr>
        <p:spPr>
          <a:xfrm>
            <a:off x="-4" y="3555050"/>
            <a:ext cx="12192003" cy="330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D2212F-4298-4CE4-B9C3-537154DEAF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100846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BBA426A0-3B50-47A0-8301-166CF4CDEAB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8480425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D3A0D62-2F92-452E-8CDF-48FC23AD97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2F3ECF1-89FE-4ED6-B8C4-E39C95C45AEF}"/>
              </a:ext>
            </a:extLst>
          </p:cNvPr>
          <p:cNvGrpSpPr/>
          <p:nvPr userDrawn="1"/>
        </p:nvGrpSpPr>
        <p:grpSpPr>
          <a:xfrm>
            <a:off x="580088" y="1677823"/>
            <a:ext cx="2644061" cy="4736917"/>
            <a:chOff x="555386" y="1772815"/>
            <a:chExt cx="2644061" cy="4736917"/>
          </a:xfrm>
        </p:grpSpPr>
        <p:grpSp>
          <p:nvGrpSpPr>
            <p:cNvPr id="3" name="Group 1">
              <a:extLst>
                <a:ext uri="{FF2B5EF4-FFF2-40B4-BE49-F238E27FC236}">
                  <a16:creationId xmlns:a16="http://schemas.microsoft.com/office/drawing/2014/main" id="{AA5B3CD8-D80A-49A4-A8A2-241B9CE9B968}"/>
                </a:ext>
              </a:extLst>
            </p:cNvPr>
            <p:cNvGrpSpPr/>
            <p:nvPr userDrawn="1"/>
          </p:nvGrpSpPr>
          <p:grpSpPr>
            <a:xfrm>
              <a:off x="748335" y="1772815"/>
              <a:ext cx="2258161" cy="4506899"/>
              <a:chOff x="8767919" y="321075"/>
              <a:chExt cx="1576881" cy="3147180"/>
            </a:xfrm>
            <a:effectLst/>
          </p:grpSpPr>
          <p:sp>
            <p:nvSpPr>
              <p:cNvPr id="5" name="Graphic 2">
                <a:extLst>
                  <a:ext uri="{FF2B5EF4-FFF2-40B4-BE49-F238E27FC236}">
                    <a16:creationId xmlns:a16="http://schemas.microsoft.com/office/drawing/2014/main" id="{B7EB75D6-FBB9-4AF4-AA8D-80264D177B97}"/>
                  </a:ext>
                </a:extLst>
              </p:cNvPr>
              <p:cNvSpPr/>
              <p:nvPr/>
            </p:nvSpPr>
            <p:spPr>
              <a:xfrm>
                <a:off x="8770360" y="321075"/>
                <a:ext cx="1572696" cy="3147180"/>
              </a:xfrm>
              <a:custGeom>
                <a:avLst/>
                <a:gdLst>
                  <a:gd name="connsiteX0" fmla="*/ 2940654 w 3387838"/>
                  <a:gd name="connsiteY0" fmla="*/ 6858876 h 6858875"/>
                  <a:gd name="connsiteX1" fmla="*/ 447185 w 3387838"/>
                  <a:gd name="connsiteY1" fmla="*/ 6858876 h 6858875"/>
                  <a:gd name="connsiteX2" fmla="*/ 0 w 3387838"/>
                  <a:gd name="connsiteY2" fmla="*/ 6411691 h 6858875"/>
                  <a:gd name="connsiteX3" fmla="*/ 0 w 3387838"/>
                  <a:gd name="connsiteY3" fmla="*/ 447185 h 6858875"/>
                  <a:gd name="connsiteX4" fmla="*/ 447185 w 3387838"/>
                  <a:gd name="connsiteY4" fmla="*/ 0 h 6858875"/>
                  <a:gd name="connsiteX5" fmla="*/ 2940654 w 3387838"/>
                  <a:gd name="connsiteY5" fmla="*/ 0 h 6858875"/>
                  <a:gd name="connsiteX6" fmla="*/ 3387838 w 3387838"/>
                  <a:gd name="connsiteY6" fmla="*/ 447185 h 6858875"/>
                  <a:gd name="connsiteX7" fmla="*/ 3387838 w 3387838"/>
                  <a:gd name="connsiteY7" fmla="*/ 6411759 h 6858875"/>
                  <a:gd name="connsiteX8" fmla="*/ 2940654 w 3387838"/>
                  <a:gd name="connsiteY8" fmla="*/ 6858876 h 685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87838" h="6858875">
                    <a:moveTo>
                      <a:pt x="2940654" y="6858876"/>
                    </a:moveTo>
                    <a:lnTo>
                      <a:pt x="447185" y="6858876"/>
                    </a:lnTo>
                    <a:cubicBezTo>
                      <a:pt x="200216" y="6858876"/>
                      <a:pt x="0" y="6658660"/>
                      <a:pt x="0" y="6411691"/>
                    </a:cubicBezTo>
                    <a:lnTo>
                      <a:pt x="0" y="447185"/>
                    </a:lnTo>
                    <a:cubicBezTo>
                      <a:pt x="67" y="200216"/>
                      <a:pt x="200216" y="0"/>
                      <a:pt x="447185" y="0"/>
                    </a:cubicBezTo>
                    <a:lnTo>
                      <a:pt x="2940654" y="0"/>
                    </a:lnTo>
                    <a:cubicBezTo>
                      <a:pt x="3187622" y="0"/>
                      <a:pt x="3387838" y="200216"/>
                      <a:pt x="3387838" y="447185"/>
                    </a:cubicBezTo>
                    <a:lnTo>
                      <a:pt x="3387838" y="6411759"/>
                    </a:lnTo>
                    <a:cubicBezTo>
                      <a:pt x="3387771" y="6658660"/>
                      <a:pt x="3187555" y="6858876"/>
                      <a:pt x="2940654" y="6858876"/>
                    </a:cubicBezTo>
                    <a:close/>
                  </a:path>
                </a:pathLst>
              </a:custGeom>
              <a:solidFill>
                <a:srgbClr val="D0D4D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aphic 2">
                <a:extLst>
                  <a:ext uri="{FF2B5EF4-FFF2-40B4-BE49-F238E27FC236}">
                    <a16:creationId xmlns:a16="http://schemas.microsoft.com/office/drawing/2014/main" id="{0E71FC2E-3156-496B-BBA0-705FD1B5200A}"/>
                  </a:ext>
                </a:extLst>
              </p:cNvPr>
              <p:cNvSpPr/>
              <p:nvPr/>
            </p:nvSpPr>
            <p:spPr>
              <a:xfrm>
                <a:off x="8791431" y="337582"/>
                <a:ext cx="1530553" cy="3114135"/>
              </a:xfrm>
              <a:custGeom>
                <a:avLst/>
                <a:gdLst>
                  <a:gd name="connsiteX0" fmla="*/ 2858870 w 3305986"/>
                  <a:gd name="connsiteY0" fmla="*/ 6786860 h 6786860"/>
                  <a:gd name="connsiteX1" fmla="*/ 447185 w 3305986"/>
                  <a:gd name="connsiteY1" fmla="*/ 6786860 h 6786860"/>
                  <a:gd name="connsiteX2" fmla="*/ 0 w 3305986"/>
                  <a:gd name="connsiteY2" fmla="*/ 6339676 h 6786860"/>
                  <a:gd name="connsiteX3" fmla="*/ 0 w 3305986"/>
                  <a:gd name="connsiteY3" fmla="*/ 447185 h 6786860"/>
                  <a:gd name="connsiteX4" fmla="*/ 447185 w 3305986"/>
                  <a:gd name="connsiteY4" fmla="*/ 0 h 6786860"/>
                  <a:gd name="connsiteX5" fmla="*/ 2858802 w 3305986"/>
                  <a:gd name="connsiteY5" fmla="*/ 0 h 6786860"/>
                  <a:gd name="connsiteX6" fmla="*/ 3305987 w 3305986"/>
                  <a:gd name="connsiteY6" fmla="*/ 447185 h 6786860"/>
                  <a:gd name="connsiteX7" fmla="*/ 3305987 w 3305986"/>
                  <a:gd name="connsiteY7" fmla="*/ 6339743 h 6786860"/>
                  <a:gd name="connsiteX8" fmla="*/ 2858870 w 3305986"/>
                  <a:gd name="connsiteY8" fmla="*/ 6786860 h 6786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05986" h="6786860">
                    <a:moveTo>
                      <a:pt x="2858870" y="6786860"/>
                    </a:moveTo>
                    <a:lnTo>
                      <a:pt x="447185" y="6786860"/>
                    </a:lnTo>
                    <a:cubicBezTo>
                      <a:pt x="200216" y="6786860"/>
                      <a:pt x="0" y="6586644"/>
                      <a:pt x="0" y="6339676"/>
                    </a:cubicBezTo>
                    <a:lnTo>
                      <a:pt x="0" y="447185"/>
                    </a:lnTo>
                    <a:cubicBezTo>
                      <a:pt x="0" y="200216"/>
                      <a:pt x="200216" y="0"/>
                      <a:pt x="447185" y="0"/>
                    </a:cubicBezTo>
                    <a:lnTo>
                      <a:pt x="2858802" y="0"/>
                    </a:lnTo>
                    <a:cubicBezTo>
                      <a:pt x="3105771" y="0"/>
                      <a:pt x="3305987" y="200216"/>
                      <a:pt x="3305987" y="447185"/>
                    </a:cubicBezTo>
                    <a:lnTo>
                      <a:pt x="3305987" y="6339743"/>
                    </a:lnTo>
                    <a:cubicBezTo>
                      <a:pt x="3305987" y="6586644"/>
                      <a:pt x="3105771" y="6786860"/>
                      <a:pt x="2858870" y="6786860"/>
                    </a:cubicBezTo>
                    <a:close/>
                  </a:path>
                </a:pathLst>
              </a:cu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Graphic 2">
                <a:extLst>
                  <a:ext uri="{FF2B5EF4-FFF2-40B4-BE49-F238E27FC236}">
                    <a16:creationId xmlns:a16="http://schemas.microsoft.com/office/drawing/2014/main" id="{56F0B296-76E7-4A7F-BC02-E7815E471600}"/>
                  </a:ext>
                </a:extLst>
              </p:cNvPr>
              <p:cNvSpPr/>
              <p:nvPr/>
            </p:nvSpPr>
            <p:spPr>
              <a:xfrm>
                <a:off x="8768197" y="768764"/>
                <a:ext cx="11004" cy="107231"/>
              </a:xfrm>
              <a:custGeom>
                <a:avLst/>
                <a:gdLst>
                  <a:gd name="connsiteX0" fmla="*/ 15158 w 23982"/>
                  <a:gd name="connsiteY0" fmla="*/ 233697 h 233697"/>
                  <a:gd name="connsiteX1" fmla="*/ 0 w 23982"/>
                  <a:gd name="connsiteY1" fmla="*/ 233697 h 233697"/>
                  <a:gd name="connsiteX2" fmla="*/ 0 w 23982"/>
                  <a:gd name="connsiteY2" fmla="*/ 0 h 233697"/>
                  <a:gd name="connsiteX3" fmla="*/ 15158 w 23982"/>
                  <a:gd name="connsiteY3" fmla="*/ 0 h 233697"/>
                  <a:gd name="connsiteX4" fmla="*/ 23983 w 23982"/>
                  <a:gd name="connsiteY4" fmla="*/ 8825 h 233697"/>
                  <a:gd name="connsiteX5" fmla="*/ 23983 w 23982"/>
                  <a:gd name="connsiteY5" fmla="*/ 224805 h 233697"/>
                  <a:gd name="connsiteX6" fmla="*/ 15158 w 23982"/>
                  <a:gd name="connsiteY6" fmla="*/ 233697 h 23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982" h="233697">
                    <a:moveTo>
                      <a:pt x="15158" y="233697"/>
                    </a:moveTo>
                    <a:lnTo>
                      <a:pt x="0" y="233697"/>
                    </a:lnTo>
                    <a:lnTo>
                      <a:pt x="0" y="0"/>
                    </a:lnTo>
                    <a:lnTo>
                      <a:pt x="15158" y="0"/>
                    </a:lnTo>
                    <a:cubicBezTo>
                      <a:pt x="20008" y="0"/>
                      <a:pt x="23983" y="3975"/>
                      <a:pt x="23983" y="8825"/>
                    </a:cubicBezTo>
                    <a:lnTo>
                      <a:pt x="23983" y="224805"/>
                    </a:lnTo>
                    <a:cubicBezTo>
                      <a:pt x="23983" y="229723"/>
                      <a:pt x="20008" y="233697"/>
                      <a:pt x="15158" y="233697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Graphic 2">
                <a:extLst>
                  <a:ext uri="{FF2B5EF4-FFF2-40B4-BE49-F238E27FC236}">
                    <a16:creationId xmlns:a16="http://schemas.microsoft.com/office/drawing/2014/main" id="{3D50E6B8-B146-4F06-90D4-0C4DE8BD8783}"/>
                  </a:ext>
                </a:extLst>
              </p:cNvPr>
              <p:cNvSpPr/>
              <p:nvPr/>
            </p:nvSpPr>
            <p:spPr>
              <a:xfrm>
                <a:off x="8768197" y="99883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5"/>
                  <a:gd name="connsiteX1" fmla="*/ 10105 w 33481"/>
                  <a:gd name="connsiteY1" fmla="*/ 466115 h 466115"/>
                  <a:gd name="connsiteX2" fmla="*/ 0 w 33481"/>
                  <a:gd name="connsiteY2" fmla="*/ 456010 h 466115"/>
                  <a:gd name="connsiteX3" fmla="*/ 0 w 33481"/>
                  <a:gd name="connsiteY3" fmla="*/ 10105 h 466115"/>
                  <a:gd name="connsiteX4" fmla="*/ 10105 w 33481"/>
                  <a:gd name="connsiteY4" fmla="*/ 0 h 466115"/>
                  <a:gd name="connsiteX5" fmla="*/ 24656 w 33481"/>
                  <a:gd name="connsiteY5" fmla="*/ 0 h 466115"/>
                  <a:gd name="connsiteX6" fmla="*/ 33482 w 33481"/>
                  <a:gd name="connsiteY6" fmla="*/ 8825 h 466115"/>
                  <a:gd name="connsiteX7" fmla="*/ 33482 w 33481"/>
                  <a:gd name="connsiteY7" fmla="*/ 457223 h 466115"/>
                  <a:gd name="connsiteX8" fmla="*/ 24656 w 33481"/>
                  <a:gd name="connsiteY8" fmla="*/ 466115 h 466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5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3"/>
                    </a:lnTo>
                    <a:cubicBezTo>
                      <a:pt x="33482" y="462140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Graphic 2">
                <a:extLst>
                  <a:ext uri="{FF2B5EF4-FFF2-40B4-BE49-F238E27FC236}">
                    <a16:creationId xmlns:a16="http://schemas.microsoft.com/office/drawing/2014/main" id="{B8F6AAE1-4816-407B-B3ED-A5D14B2F2324}"/>
                  </a:ext>
                </a:extLst>
              </p:cNvPr>
              <p:cNvSpPr/>
              <p:nvPr/>
            </p:nvSpPr>
            <p:spPr>
              <a:xfrm>
                <a:off x="8768228" y="1014200"/>
                <a:ext cx="8686" cy="179100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Graphic 2">
                <a:extLst>
                  <a:ext uri="{FF2B5EF4-FFF2-40B4-BE49-F238E27FC236}">
                    <a16:creationId xmlns:a16="http://schemas.microsoft.com/office/drawing/2014/main" id="{E702737F-A507-4955-A6AF-25D18010D962}"/>
                  </a:ext>
                </a:extLst>
              </p:cNvPr>
              <p:cNvSpPr/>
              <p:nvPr/>
            </p:nvSpPr>
            <p:spPr>
              <a:xfrm>
                <a:off x="8767919" y="128442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4"/>
                  <a:gd name="connsiteX1" fmla="*/ 10105 w 33481"/>
                  <a:gd name="connsiteY1" fmla="*/ 466115 h 466114"/>
                  <a:gd name="connsiteX2" fmla="*/ 0 w 33481"/>
                  <a:gd name="connsiteY2" fmla="*/ 456010 h 466114"/>
                  <a:gd name="connsiteX3" fmla="*/ 0 w 33481"/>
                  <a:gd name="connsiteY3" fmla="*/ 10105 h 466114"/>
                  <a:gd name="connsiteX4" fmla="*/ 10105 w 33481"/>
                  <a:gd name="connsiteY4" fmla="*/ 0 h 466114"/>
                  <a:gd name="connsiteX5" fmla="*/ 24656 w 33481"/>
                  <a:gd name="connsiteY5" fmla="*/ 0 h 466114"/>
                  <a:gd name="connsiteX6" fmla="*/ 33482 w 33481"/>
                  <a:gd name="connsiteY6" fmla="*/ 8825 h 466114"/>
                  <a:gd name="connsiteX7" fmla="*/ 33482 w 33481"/>
                  <a:gd name="connsiteY7" fmla="*/ 457222 h 466114"/>
                  <a:gd name="connsiteX8" fmla="*/ 24656 w 33481"/>
                  <a:gd name="connsiteY8" fmla="*/ 466115 h 466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4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2"/>
                    </a:lnTo>
                    <a:cubicBezTo>
                      <a:pt x="33482" y="462208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Graphic 2">
                <a:extLst>
                  <a:ext uri="{FF2B5EF4-FFF2-40B4-BE49-F238E27FC236}">
                    <a16:creationId xmlns:a16="http://schemas.microsoft.com/office/drawing/2014/main" id="{28E334F6-EBB7-4B66-8401-E7475B7C2189}"/>
                  </a:ext>
                </a:extLst>
              </p:cNvPr>
              <p:cNvSpPr/>
              <p:nvPr/>
            </p:nvSpPr>
            <p:spPr>
              <a:xfrm>
                <a:off x="8767919" y="1299791"/>
                <a:ext cx="8686" cy="179100"/>
              </a:xfrm>
              <a:custGeom>
                <a:avLst/>
                <a:gdLst>
                  <a:gd name="connsiteX0" fmla="*/ 17718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718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718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91" y="390327"/>
                      <a:pt x="17718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Graphic 2">
                <a:extLst>
                  <a:ext uri="{FF2B5EF4-FFF2-40B4-BE49-F238E27FC236}">
                    <a16:creationId xmlns:a16="http://schemas.microsoft.com/office/drawing/2014/main" id="{C280F3AB-8BDD-4CB0-AC97-BC7AD589B97B}"/>
                  </a:ext>
                </a:extLst>
              </p:cNvPr>
              <p:cNvSpPr/>
              <p:nvPr/>
            </p:nvSpPr>
            <p:spPr>
              <a:xfrm>
                <a:off x="10329438" y="1070583"/>
                <a:ext cx="15362" cy="346145"/>
              </a:xfrm>
              <a:custGeom>
                <a:avLst/>
                <a:gdLst>
                  <a:gd name="connsiteX0" fmla="*/ 24656 w 33481"/>
                  <a:gd name="connsiteY0" fmla="*/ 754380 h 754380"/>
                  <a:gd name="connsiteX1" fmla="*/ 10105 w 33481"/>
                  <a:gd name="connsiteY1" fmla="*/ 754380 h 754380"/>
                  <a:gd name="connsiteX2" fmla="*/ 0 w 33481"/>
                  <a:gd name="connsiteY2" fmla="*/ 744275 h 754380"/>
                  <a:gd name="connsiteX3" fmla="*/ 0 w 33481"/>
                  <a:gd name="connsiteY3" fmla="*/ 10105 h 754380"/>
                  <a:gd name="connsiteX4" fmla="*/ 10105 w 33481"/>
                  <a:gd name="connsiteY4" fmla="*/ 0 h 754380"/>
                  <a:gd name="connsiteX5" fmla="*/ 24656 w 33481"/>
                  <a:gd name="connsiteY5" fmla="*/ 0 h 754380"/>
                  <a:gd name="connsiteX6" fmla="*/ 33482 w 33481"/>
                  <a:gd name="connsiteY6" fmla="*/ 8825 h 754380"/>
                  <a:gd name="connsiteX7" fmla="*/ 33482 w 33481"/>
                  <a:gd name="connsiteY7" fmla="*/ 745555 h 754380"/>
                  <a:gd name="connsiteX8" fmla="*/ 24656 w 33481"/>
                  <a:gd name="connsiteY8" fmla="*/ 754380 h 75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754380">
                    <a:moveTo>
                      <a:pt x="24656" y="754380"/>
                    </a:moveTo>
                    <a:lnTo>
                      <a:pt x="10105" y="754380"/>
                    </a:lnTo>
                    <a:cubicBezTo>
                      <a:pt x="4514" y="754380"/>
                      <a:pt x="0" y="749866"/>
                      <a:pt x="0" y="744275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745555"/>
                    </a:lnTo>
                    <a:cubicBezTo>
                      <a:pt x="33482" y="750405"/>
                      <a:pt x="29507" y="754380"/>
                      <a:pt x="24656" y="754380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3" name="Graphic 2">
                <a:extLst>
                  <a:ext uri="{FF2B5EF4-FFF2-40B4-BE49-F238E27FC236}">
                    <a16:creationId xmlns:a16="http://schemas.microsoft.com/office/drawing/2014/main" id="{839A7134-9B25-415B-A4F4-BA299CDF54A7}"/>
                  </a:ext>
                </a:extLst>
              </p:cNvPr>
              <p:cNvSpPr/>
              <p:nvPr/>
            </p:nvSpPr>
            <p:spPr>
              <a:xfrm>
                <a:off x="10336113" y="1095466"/>
                <a:ext cx="8686" cy="289856"/>
              </a:xfrm>
              <a:custGeom>
                <a:avLst/>
                <a:gdLst>
                  <a:gd name="connsiteX0" fmla="*/ 17650 w 18930"/>
                  <a:gd name="connsiteY0" fmla="*/ 631704 h 631704"/>
                  <a:gd name="connsiteX1" fmla="*/ 1886 w 18930"/>
                  <a:gd name="connsiteY1" fmla="*/ 631704 h 631704"/>
                  <a:gd name="connsiteX2" fmla="*/ 0 w 18930"/>
                  <a:gd name="connsiteY2" fmla="*/ 629818 h 631704"/>
                  <a:gd name="connsiteX3" fmla="*/ 0 w 18930"/>
                  <a:gd name="connsiteY3" fmla="*/ 1886 h 631704"/>
                  <a:gd name="connsiteX4" fmla="*/ 1886 w 18930"/>
                  <a:gd name="connsiteY4" fmla="*/ 0 h 631704"/>
                  <a:gd name="connsiteX5" fmla="*/ 17650 w 18930"/>
                  <a:gd name="connsiteY5" fmla="*/ 0 h 631704"/>
                  <a:gd name="connsiteX6" fmla="*/ 18930 w 18930"/>
                  <a:gd name="connsiteY6" fmla="*/ 1280 h 631704"/>
                  <a:gd name="connsiteX7" fmla="*/ 18930 w 18930"/>
                  <a:gd name="connsiteY7" fmla="*/ 630491 h 631704"/>
                  <a:gd name="connsiteX8" fmla="*/ 17650 w 18930"/>
                  <a:gd name="connsiteY8" fmla="*/ 631704 h 631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631704">
                    <a:moveTo>
                      <a:pt x="17650" y="631704"/>
                    </a:moveTo>
                    <a:lnTo>
                      <a:pt x="1886" y="631704"/>
                    </a:lnTo>
                    <a:cubicBezTo>
                      <a:pt x="808" y="631704"/>
                      <a:pt x="0" y="630828"/>
                      <a:pt x="0" y="629818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630491"/>
                    </a:lnTo>
                    <a:cubicBezTo>
                      <a:pt x="18863" y="631098"/>
                      <a:pt x="18324" y="631704"/>
                      <a:pt x="17650" y="631704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4" name="Graphic 2">
                <a:extLst>
                  <a:ext uri="{FF2B5EF4-FFF2-40B4-BE49-F238E27FC236}">
                    <a16:creationId xmlns:a16="http://schemas.microsoft.com/office/drawing/2014/main" id="{FB7E4B38-2942-41C7-8310-6E7F0F323924}"/>
                  </a:ext>
                </a:extLst>
              </p:cNvPr>
              <p:cNvSpPr/>
              <p:nvPr/>
            </p:nvSpPr>
            <p:spPr>
              <a:xfrm>
                <a:off x="10332372" y="1794713"/>
                <a:ext cx="12426" cy="237214"/>
              </a:xfrm>
              <a:custGeom>
                <a:avLst/>
                <a:gdLst>
                  <a:gd name="connsiteX0" fmla="*/ 18257 w 27081"/>
                  <a:gd name="connsiteY0" fmla="*/ 516977 h 516977"/>
                  <a:gd name="connsiteX1" fmla="*/ 10105 w 27081"/>
                  <a:gd name="connsiteY1" fmla="*/ 516977 h 516977"/>
                  <a:gd name="connsiteX2" fmla="*/ 0 w 27081"/>
                  <a:gd name="connsiteY2" fmla="*/ 506872 h 516977"/>
                  <a:gd name="connsiteX3" fmla="*/ 0 w 27081"/>
                  <a:gd name="connsiteY3" fmla="*/ 10105 h 516977"/>
                  <a:gd name="connsiteX4" fmla="*/ 10105 w 27081"/>
                  <a:gd name="connsiteY4" fmla="*/ 0 h 516977"/>
                  <a:gd name="connsiteX5" fmla="*/ 18257 w 27081"/>
                  <a:gd name="connsiteY5" fmla="*/ 0 h 516977"/>
                  <a:gd name="connsiteX6" fmla="*/ 27082 w 27081"/>
                  <a:gd name="connsiteY6" fmla="*/ 8825 h 516977"/>
                  <a:gd name="connsiteX7" fmla="*/ 27082 w 27081"/>
                  <a:gd name="connsiteY7" fmla="*/ 508152 h 516977"/>
                  <a:gd name="connsiteX8" fmla="*/ 18257 w 27081"/>
                  <a:gd name="connsiteY8" fmla="*/ 516977 h 51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081" h="516977">
                    <a:moveTo>
                      <a:pt x="18257" y="516977"/>
                    </a:moveTo>
                    <a:lnTo>
                      <a:pt x="10105" y="516977"/>
                    </a:lnTo>
                    <a:cubicBezTo>
                      <a:pt x="4514" y="516977"/>
                      <a:pt x="0" y="512464"/>
                      <a:pt x="0" y="506872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18257" y="0"/>
                    </a:lnTo>
                    <a:cubicBezTo>
                      <a:pt x="23107" y="0"/>
                      <a:pt x="27082" y="3975"/>
                      <a:pt x="27082" y="8825"/>
                    </a:cubicBezTo>
                    <a:lnTo>
                      <a:pt x="27082" y="508152"/>
                    </a:lnTo>
                    <a:cubicBezTo>
                      <a:pt x="27082" y="513003"/>
                      <a:pt x="23107" y="516977"/>
                      <a:pt x="18257" y="516977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Graphic 2">
                <a:extLst>
                  <a:ext uri="{FF2B5EF4-FFF2-40B4-BE49-F238E27FC236}">
                    <a16:creationId xmlns:a16="http://schemas.microsoft.com/office/drawing/2014/main" id="{220E4FB9-11A2-4F42-B529-7C32EE9EE9E5}"/>
                  </a:ext>
                </a:extLst>
              </p:cNvPr>
              <p:cNvSpPr/>
              <p:nvPr/>
            </p:nvSpPr>
            <p:spPr>
              <a:xfrm>
                <a:off x="10337751" y="1811744"/>
                <a:ext cx="7047" cy="198636"/>
              </a:xfrm>
              <a:custGeom>
                <a:avLst/>
                <a:gdLst>
                  <a:gd name="connsiteX0" fmla="*/ 14080 w 15359"/>
                  <a:gd name="connsiteY0" fmla="*/ 432903 h 432902"/>
                  <a:gd name="connsiteX1" fmla="*/ 1886 w 15359"/>
                  <a:gd name="connsiteY1" fmla="*/ 432903 h 432902"/>
                  <a:gd name="connsiteX2" fmla="*/ 0 w 15359"/>
                  <a:gd name="connsiteY2" fmla="*/ 431016 h 432902"/>
                  <a:gd name="connsiteX3" fmla="*/ 0 w 15359"/>
                  <a:gd name="connsiteY3" fmla="*/ 1886 h 432902"/>
                  <a:gd name="connsiteX4" fmla="*/ 1886 w 15359"/>
                  <a:gd name="connsiteY4" fmla="*/ 0 h 432902"/>
                  <a:gd name="connsiteX5" fmla="*/ 14080 w 15359"/>
                  <a:gd name="connsiteY5" fmla="*/ 0 h 432902"/>
                  <a:gd name="connsiteX6" fmla="*/ 15360 w 15359"/>
                  <a:gd name="connsiteY6" fmla="*/ 1280 h 432902"/>
                  <a:gd name="connsiteX7" fmla="*/ 15360 w 15359"/>
                  <a:gd name="connsiteY7" fmla="*/ 431690 h 432902"/>
                  <a:gd name="connsiteX8" fmla="*/ 14080 w 15359"/>
                  <a:gd name="connsiteY8" fmla="*/ 432903 h 4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" h="432902">
                    <a:moveTo>
                      <a:pt x="14080" y="432903"/>
                    </a:moveTo>
                    <a:lnTo>
                      <a:pt x="1886" y="432903"/>
                    </a:lnTo>
                    <a:cubicBezTo>
                      <a:pt x="808" y="432903"/>
                      <a:pt x="0" y="432027"/>
                      <a:pt x="0" y="431016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4080" y="0"/>
                    </a:lnTo>
                    <a:cubicBezTo>
                      <a:pt x="14753" y="0"/>
                      <a:pt x="15360" y="539"/>
                      <a:pt x="15360" y="1280"/>
                    </a:cubicBezTo>
                    <a:lnTo>
                      <a:pt x="15360" y="431690"/>
                    </a:lnTo>
                    <a:cubicBezTo>
                      <a:pt x="15360" y="432364"/>
                      <a:pt x="14821" y="432903"/>
                      <a:pt x="14080" y="432903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Oval 216">
                <a:extLst>
                  <a:ext uri="{FF2B5EF4-FFF2-40B4-BE49-F238E27FC236}">
                    <a16:creationId xmlns:a16="http://schemas.microsoft.com/office/drawing/2014/main" id="{B3F97965-40FC-476B-857A-2A08A0A568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4840" y="385880"/>
                <a:ext cx="73152" cy="7315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217">
                <a:extLst>
                  <a:ext uri="{FF2B5EF4-FFF2-40B4-BE49-F238E27FC236}">
                    <a16:creationId xmlns:a16="http://schemas.microsoft.com/office/drawing/2014/main" id="{EC337782-2A11-4097-A5E6-39BB82B484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9414" y="390452"/>
                <a:ext cx="64008" cy="64008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218">
                <a:extLst>
                  <a:ext uri="{FF2B5EF4-FFF2-40B4-BE49-F238E27FC236}">
                    <a16:creationId xmlns:a16="http://schemas.microsoft.com/office/drawing/2014/main" id="{6C277C80-0887-428C-9DAE-743A256ED443}"/>
                  </a:ext>
                </a:extLst>
              </p:cNvPr>
              <p:cNvSpPr/>
              <p:nvPr/>
            </p:nvSpPr>
            <p:spPr>
              <a:xfrm>
                <a:off x="9835596" y="406637"/>
                <a:ext cx="31638" cy="3163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219">
                <a:extLst>
                  <a:ext uri="{FF2B5EF4-FFF2-40B4-BE49-F238E27FC236}">
                    <a16:creationId xmlns:a16="http://schemas.microsoft.com/office/drawing/2014/main" id="{B85DB76D-2F14-4057-88B0-ADE0B9137F3F}"/>
                  </a:ext>
                </a:extLst>
              </p:cNvPr>
              <p:cNvSpPr/>
              <p:nvPr/>
            </p:nvSpPr>
            <p:spPr>
              <a:xfrm>
                <a:off x="9843025" y="414064"/>
                <a:ext cx="16783" cy="16783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Graphic 2">
                <a:extLst>
                  <a:ext uri="{FF2B5EF4-FFF2-40B4-BE49-F238E27FC236}">
                    <a16:creationId xmlns:a16="http://schemas.microsoft.com/office/drawing/2014/main" id="{B783DC95-E7B9-46D8-8D1B-BFBF3AECF8AF}"/>
                  </a:ext>
                </a:extLst>
              </p:cNvPr>
              <p:cNvSpPr/>
              <p:nvPr userDrawn="1"/>
            </p:nvSpPr>
            <p:spPr>
              <a:xfrm flipH="1">
                <a:off x="8769273" y="781546"/>
                <a:ext cx="5842" cy="81663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A823B24B-C0D2-493E-A813-73130D2BCC3F}"/>
                </a:ext>
              </a:extLst>
            </p:cNvPr>
            <p:cNvSpPr/>
            <p:nvPr userDrawn="1"/>
          </p:nvSpPr>
          <p:spPr>
            <a:xfrm>
              <a:off x="555386" y="6085986"/>
              <a:ext cx="2644061" cy="423746"/>
            </a:xfrm>
            <a:prstGeom prst="trapezoid">
              <a:avLst>
                <a:gd name="adj" fmla="val 3552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그림 개체 틀 28">
            <a:extLst>
              <a:ext uri="{FF2B5EF4-FFF2-40B4-BE49-F238E27FC236}">
                <a16:creationId xmlns:a16="http://schemas.microsoft.com/office/drawing/2014/main" id="{1E94E8CD-E6DA-424D-88A4-6AB9594EAE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59396" y="1778264"/>
            <a:ext cx="2086440" cy="4306019"/>
          </a:xfrm>
          <a:custGeom>
            <a:avLst/>
            <a:gdLst>
              <a:gd name="connsiteX0" fmla="*/ 224424 w 2086440"/>
              <a:gd name="connsiteY0" fmla="*/ 0 h 4306019"/>
              <a:gd name="connsiteX1" fmla="*/ 423133 w 2086440"/>
              <a:gd name="connsiteY1" fmla="*/ 0 h 4306019"/>
              <a:gd name="connsiteX2" fmla="*/ 442396 w 2086440"/>
              <a:gd name="connsiteY2" fmla="*/ 18238 h 4306019"/>
              <a:gd name="connsiteX3" fmla="*/ 591450 w 2086440"/>
              <a:gd name="connsiteY3" fmla="*/ 159360 h 4306019"/>
              <a:gd name="connsiteX4" fmla="*/ 1485639 w 2086440"/>
              <a:gd name="connsiteY4" fmla="*/ 159360 h 4306019"/>
              <a:gd name="connsiteX5" fmla="*/ 1634694 w 2086440"/>
              <a:gd name="connsiteY5" fmla="*/ 18238 h 4306019"/>
              <a:gd name="connsiteX6" fmla="*/ 1653957 w 2086440"/>
              <a:gd name="connsiteY6" fmla="*/ 0 h 4306019"/>
              <a:gd name="connsiteX7" fmla="*/ 1862017 w 2086440"/>
              <a:gd name="connsiteY7" fmla="*/ 0 h 4306019"/>
              <a:gd name="connsiteX8" fmla="*/ 2086440 w 2086440"/>
              <a:gd name="connsiteY8" fmla="*/ 212479 h 4306019"/>
              <a:gd name="connsiteX9" fmla="*/ 2086440 w 2086440"/>
              <a:gd name="connsiteY9" fmla="*/ 4093539 h 4306019"/>
              <a:gd name="connsiteX10" fmla="*/ 1862017 w 2086440"/>
              <a:gd name="connsiteY10" fmla="*/ 4306019 h 4306019"/>
              <a:gd name="connsiteX11" fmla="*/ 224424 w 2086440"/>
              <a:gd name="connsiteY11" fmla="*/ 4306019 h 4306019"/>
              <a:gd name="connsiteX12" fmla="*/ 0 w 2086440"/>
              <a:gd name="connsiteY12" fmla="*/ 4093539 h 4306019"/>
              <a:gd name="connsiteX13" fmla="*/ 0 w 2086440"/>
              <a:gd name="connsiteY13" fmla="*/ 212479 h 4306019"/>
              <a:gd name="connsiteX14" fmla="*/ 224424 w 2086440"/>
              <a:gd name="connsiteY14" fmla="*/ 0 h 430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6440" h="4306019">
                <a:moveTo>
                  <a:pt x="224424" y="0"/>
                </a:moveTo>
                <a:lnTo>
                  <a:pt x="423133" y="0"/>
                </a:lnTo>
                <a:cubicBezTo>
                  <a:pt x="433746" y="0"/>
                  <a:pt x="442396" y="8145"/>
                  <a:pt x="442396" y="18238"/>
                </a:cubicBezTo>
                <a:cubicBezTo>
                  <a:pt x="442396" y="96191"/>
                  <a:pt x="509162" y="159360"/>
                  <a:pt x="591450" y="159360"/>
                </a:cubicBezTo>
                <a:lnTo>
                  <a:pt x="1485639" y="159360"/>
                </a:lnTo>
                <a:cubicBezTo>
                  <a:pt x="1567975" y="159360"/>
                  <a:pt x="1634694" y="96147"/>
                  <a:pt x="1634694" y="18238"/>
                </a:cubicBezTo>
                <a:cubicBezTo>
                  <a:pt x="1634694" y="8190"/>
                  <a:pt x="1643297" y="0"/>
                  <a:pt x="1653957" y="0"/>
                </a:cubicBezTo>
                <a:lnTo>
                  <a:pt x="1862017" y="0"/>
                </a:lnTo>
                <a:cubicBezTo>
                  <a:pt x="1985964" y="0"/>
                  <a:pt x="2086440" y="95129"/>
                  <a:pt x="2086440" y="212479"/>
                </a:cubicBezTo>
                <a:lnTo>
                  <a:pt x="2086440" y="4093539"/>
                </a:lnTo>
                <a:cubicBezTo>
                  <a:pt x="2086440" y="4210890"/>
                  <a:pt x="1985964" y="4306019"/>
                  <a:pt x="1862017" y="4306019"/>
                </a:cubicBezTo>
                <a:lnTo>
                  <a:pt x="224424" y="4306019"/>
                </a:lnTo>
                <a:cubicBezTo>
                  <a:pt x="100476" y="4306019"/>
                  <a:pt x="0" y="4210890"/>
                  <a:pt x="0" y="4093539"/>
                </a:cubicBezTo>
                <a:lnTo>
                  <a:pt x="0" y="212479"/>
                </a:lnTo>
                <a:cubicBezTo>
                  <a:pt x="0" y="95129"/>
                  <a:pt x="100476" y="0"/>
                  <a:pt x="2244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811CFBB2-F705-45B2-BE24-12AAC007A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E026C1EE-A96A-46A8-8EAA-83F80A0CF29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9480" y="1157591"/>
            <a:ext cx="10893040" cy="454281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6DF6591A-8825-4241-855F-AC1AA97E205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724525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9" r:id="rId16"/>
    <p:sldLayoutId id="2147483688" r:id="rId17"/>
    <p:sldLayoutId id="2147483687" r:id="rId18"/>
    <p:sldLayoutId id="2147483671" r:id="rId19"/>
    <p:sldLayoutId id="214748367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6009F8-1043-4F41-A415-3A761E1EC9F6}"/>
              </a:ext>
            </a:extLst>
          </p:cNvPr>
          <p:cNvSpPr txBox="1"/>
          <p:nvPr/>
        </p:nvSpPr>
        <p:spPr>
          <a:xfrm>
            <a:off x="6677748" y="1997839"/>
            <a:ext cx="5352888" cy="2862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BÁO CÁO SỐ LƯỢNG DỊCH BỆNH</a:t>
            </a:r>
            <a:endParaRPr lang="ko-KR" altLang="en-US" sz="6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428D27-4B93-7B5A-5538-F9634CE476AF}"/>
              </a:ext>
            </a:extLst>
          </p:cNvPr>
          <p:cNvSpPr txBox="1"/>
          <p:nvPr/>
        </p:nvSpPr>
        <p:spPr>
          <a:xfrm>
            <a:off x="1307354" y="0"/>
            <a:ext cx="123623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Thống kê cơ cấu nhóm bệnh</a:t>
            </a:r>
            <a:endParaRPr lang="en-US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A615731-C9F8-6EC7-EBBD-9BF4A6A4F2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4086821"/>
              </p:ext>
            </p:extLst>
          </p:nvPr>
        </p:nvGraphicFramePr>
        <p:xfrm>
          <a:off x="2278904" y="131603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130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680C3"/>
      </a:accent1>
      <a:accent2>
        <a:srgbClr val="07A398"/>
      </a:accent2>
      <a:accent3>
        <a:srgbClr val="90C221"/>
      </a:accent3>
      <a:accent4>
        <a:srgbClr val="FBA200"/>
      </a:accent4>
      <a:accent5>
        <a:srgbClr val="E62601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130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680C3"/>
      </a:accent1>
      <a:accent2>
        <a:srgbClr val="07A398"/>
      </a:accent2>
      <a:accent3>
        <a:srgbClr val="90C221"/>
      </a:accent3>
      <a:accent4>
        <a:srgbClr val="FBA200"/>
      </a:accent4>
      <a:accent5>
        <a:srgbClr val="E62601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2204</TotalTime>
  <Words>18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Contents Slide Master</vt:lpstr>
      <vt:lpstr>Section Break Slide Master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Nguyen Linh</cp:lastModifiedBy>
  <cp:revision>74</cp:revision>
  <dcterms:created xsi:type="dcterms:W3CDTF">2020-01-20T05:08:25Z</dcterms:created>
  <dcterms:modified xsi:type="dcterms:W3CDTF">2026-10-26T15:49:59Z</dcterms:modified>
</cp:coreProperties>
</file>